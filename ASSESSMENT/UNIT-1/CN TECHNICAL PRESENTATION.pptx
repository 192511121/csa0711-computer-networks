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9" r:id="rId2"/>
    <p:sldId id="262" r:id="rId3"/>
    <p:sldId id="273" r:id="rId4"/>
    <p:sldId id="271" r:id="rId5"/>
    <p:sldId id="290" r:id="rId6"/>
    <p:sldId id="298" r:id="rId7"/>
    <p:sldId id="299" r:id="rId8"/>
    <p:sldId id="300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075CAC-04AC-49B8-AE36-C163EAB1E96C}" v="5" dt="2026-07-23T03:42:06.820"/>
    <p1510:client id="{C6E50A81-FF92-4DB0-AFD9-E64D7C719A29}" v="58" dt="2026-07-22T11:34:32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85752" autoAdjust="0"/>
  </p:normalViewPr>
  <p:slideViewPr>
    <p:cSldViewPr snapToGrid="0">
      <p:cViewPr varScale="1">
        <p:scale>
          <a:sx n="82" d="100"/>
          <a:sy n="82" d="100"/>
        </p:scale>
        <p:origin x="7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rakalsubahan17@outlook.com" userId="acd941c7071c7b22" providerId="LiveId" clId="{2045C576-319B-40BB-B274-0175603C22F1}"/>
    <pc:docChg chg="undo custSel addSld modSld sldOrd">
      <pc:chgData name="thatrakalsubahan17@outlook.com" userId="acd941c7071c7b22" providerId="LiveId" clId="{2045C576-319B-40BB-B274-0175603C22F1}" dt="2026-07-23T05:05:31.473" v="139" actId="20577"/>
      <pc:docMkLst>
        <pc:docMk/>
      </pc:docMkLst>
      <pc:sldChg chg="modSp mod">
        <pc:chgData name="thatrakalsubahan17@outlook.com" userId="acd941c7071c7b22" providerId="LiveId" clId="{2045C576-319B-40BB-B274-0175603C22F1}" dt="2026-07-23T03:45:47.487" v="120" actId="20577"/>
        <pc:sldMkLst>
          <pc:docMk/>
          <pc:sldMk cId="3410049876" sldId="262"/>
        </pc:sldMkLst>
        <pc:spChg chg="mod">
          <ac:chgData name="thatrakalsubahan17@outlook.com" userId="acd941c7071c7b22" providerId="LiveId" clId="{2045C576-319B-40BB-B274-0175603C22F1}" dt="2026-07-23T03:45:47.487" v="120" actId="20577"/>
          <ac:spMkLst>
            <pc:docMk/>
            <pc:sldMk cId="3410049876" sldId="262"/>
            <ac:spMk id="11" creationId="{7A7ACE54-8615-A747-5A3D-8A97560F8838}"/>
          </ac:spMkLst>
        </pc:spChg>
      </pc:sldChg>
      <pc:sldChg chg="modSp mod">
        <pc:chgData name="thatrakalsubahan17@outlook.com" userId="acd941c7071c7b22" providerId="LiveId" clId="{2045C576-319B-40BB-B274-0175603C22F1}" dt="2026-07-23T04:59:01.692" v="129" actId="20577"/>
        <pc:sldMkLst>
          <pc:docMk/>
          <pc:sldMk cId="3011715085" sldId="271"/>
        </pc:sldMkLst>
        <pc:spChg chg="mod">
          <ac:chgData name="thatrakalsubahan17@outlook.com" userId="acd941c7071c7b22" providerId="LiveId" clId="{2045C576-319B-40BB-B274-0175603C22F1}" dt="2026-07-23T04:59:01.692" v="129" actId="20577"/>
          <ac:spMkLst>
            <pc:docMk/>
            <pc:sldMk cId="3011715085" sldId="271"/>
            <ac:spMk id="6" creationId="{F4DFB727-79E3-2531-E1CC-397781B03D86}"/>
          </ac:spMkLst>
        </pc:spChg>
      </pc:sldChg>
      <pc:sldChg chg="modSp mod">
        <pc:chgData name="thatrakalsubahan17@outlook.com" userId="acd941c7071c7b22" providerId="LiveId" clId="{2045C576-319B-40BB-B274-0175603C22F1}" dt="2026-07-23T03:34:23.229" v="62" actId="20577"/>
        <pc:sldMkLst>
          <pc:docMk/>
          <pc:sldMk cId="3855739210" sldId="273"/>
        </pc:sldMkLst>
        <pc:spChg chg="mod">
          <ac:chgData name="thatrakalsubahan17@outlook.com" userId="acd941c7071c7b22" providerId="LiveId" clId="{2045C576-319B-40BB-B274-0175603C22F1}" dt="2026-07-23T03:34:23.229" v="62" actId="20577"/>
          <ac:spMkLst>
            <pc:docMk/>
            <pc:sldMk cId="3855739210" sldId="273"/>
            <ac:spMk id="2" creationId="{00000000-0000-0000-0000-000000000000}"/>
          </ac:spMkLst>
        </pc:spChg>
      </pc:sldChg>
      <pc:sldChg chg="addSp delSp modSp mod">
        <pc:chgData name="thatrakalsubahan17@outlook.com" userId="acd941c7071c7b22" providerId="LiveId" clId="{2045C576-319B-40BB-B274-0175603C22F1}" dt="2026-07-23T05:05:31.473" v="139" actId="20577"/>
        <pc:sldMkLst>
          <pc:docMk/>
          <pc:sldMk cId="2747240544" sldId="289"/>
        </pc:sldMkLst>
        <pc:spChg chg="add del mod">
          <ac:chgData name="thatrakalsubahan17@outlook.com" userId="acd941c7071c7b22" providerId="LiveId" clId="{2045C576-319B-40BB-B274-0175603C22F1}" dt="2026-07-23T03:34:15.498" v="44"/>
          <ac:spMkLst>
            <pc:docMk/>
            <pc:sldMk cId="2747240544" sldId="289"/>
            <ac:spMk id="4" creationId="{84CB3A76-8C26-4C82-B1D0-FFDA579B0740}"/>
          </ac:spMkLst>
        </pc:spChg>
        <pc:spChg chg="add mod">
          <ac:chgData name="thatrakalsubahan17@outlook.com" userId="acd941c7071c7b22" providerId="LiveId" clId="{2045C576-319B-40BB-B274-0175603C22F1}" dt="2026-07-23T05:05:28.564" v="138" actId="20577"/>
          <ac:spMkLst>
            <pc:docMk/>
            <pc:sldMk cId="2747240544" sldId="289"/>
            <ac:spMk id="6" creationId="{0B2AB920-28FB-36AF-7668-A058EEBDF5D4}"/>
          </ac:spMkLst>
        </pc:spChg>
        <pc:spChg chg="mod">
          <ac:chgData name="thatrakalsubahan17@outlook.com" userId="acd941c7071c7b22" providerId="LiveId" clId="{2045C576-319B-40BB-B274-0175603C22F1}" dt="2026-07-23T05:05:31.473" v="139" actId="20577"/>
          <ac:spMkLst>
            <pc:docMk/>
            <pc:sldMk cId="2747240544" sldId="289"/>
            <ac:spMk id="7" creationId="{88B2EF99-82AA-F1F2-9A6E-5718A160EF18}"/>
          </ac:spMkLst>
        </pc:spChg>
        <pc:picChg chg="add mod">
          <ac:chgData name="thatrakalsubahan17@outlook.com" userId="acd941c7071c7b22" providerId="LiveId" clId="{2045C576-319B-40BB-B274-0175603C22F1}" dt="2026-07-23T04:58:11.578" v="123" actId="1076"/>
          <ac:picMkLst>
            <pc:docMk/>
            <pc:sldMk cId="2747240544" sldId="289"/>
            <ac:picMk id="4" creationId="{2935F0BC-8F66-9F5B-AE7B-C23B38E28854}"/>
          </ac:picMkLst>
        </pc:picChg>
        <pc:picChg chg="del">
          <ac:chgData name="thatrakalsubahan17@outlook.com" userId="acd941c7071c7b22" providerId="LiveId" clId="{2045C576-319B-40BB-B274-0175603C22F1}" dt="2026-07-23T03:31:52.561" v="3" actId="478"/>
          <ac:picMkLst>
            <pc:docMk/>
            <pc:sldMk cId="2747240544" sldId="289"/>
            <ac:picMk id="5" creationId="{6E208674-CFE6-BC06-523A-E80B906C6482}"/>
          </ac:picMkLst>
        </pc:picChg>
      </pc:sldChg>
      <pc:sldChg chg="addSp modSp mod">
        <pc:chgData name="thatrakalsubahan17@outlook.com" userId="acd941c7071c7b22" providerId="LiveId" clId="{2045C576-319B-40BB-B274-0175603C22F1}" dt="2026-07-23T05:03:51.871" v="134" actId="1076"/>
        <pc:sldMkLst>
          <pc:docMk/>
          <pc:sldMk cId="712219838" sldId="290"/>
        </pc:sldMkLst>
        <pc:picChg chg="add mod">
          <ac:chgData name="thatrakalsubahan17@outlook.com" userId="acd941c7071c7b22" providerId="LiveId" clId="{2045C576-319B-40BB-B274-0175603C22F1}" dt="2026-07-23T05:03:51.871" v="134" actId="1076"/>
          <ac:picMkLst>
            <pc:docMk/>
            <pc:sldMk cId="712219838" sldId="290"/>
            <ac:picMk id="2" creationId="{71947496-A134-581B-7632-0D4232299CDA}"/>
          </ac:picMkLst>
        </pc:picChg>
      </pc:sldChg>
      <pc:sldChg chg="modSp mod">
        <pc:chgData name="thatrakalsubahan17@outlook.com" userId="acd941c7071c7b22" providerId="LiveId" clId="{2045C576-319B-40BB-B274-0175603C22F1}" dt="2026-07-23T03:37:36.137" v="64" actId="2711"/>
        <pc:sldMkLst>
          <pc:docMk/>
          <pc:sldMk cId="1551073478" sldId="298"/>
        </pc:sldMkLst>
        <pc:spChg chg="mod">
          <ac:chgData name="thatrakalsubahan17@outlook.com" userId="acd941c7071c7b22" providerId="LiveId" clId="{2045C576-319B-40BB-B274-0175603C22F1}" dt="2026-07-23T03:37:36.137" v="64" actId="2711"/>
          <ac:spMkLst>
            <pc:docMk/>
            <pc:sldMk cId="1551073478" sldId="298"/>
            <ac:spMk id="3" creationId="{C27AE7B3-DB37-FDB7-3FC9-B2D612065D4C}"/>
          </ac:spMkLst>
        </pc:spChg>
      </pc:sldChg>
      <pc:sldChg chg="addSp delSp modSp mod ord">
        <pc:chgData name="thatrakalsubahan17@outlook.com" userId="acd941c7071c7b22" providerId="LiveId" clId="{2045C576-319B-40BB-B274-0175603C22F1}" dt="2026-07-23T03:43:11.275" v="91" actId="27309"/>
        <pc:sldMkLst>
          <pc:docMk/>
          <pc:sldMk cId="43634332" sldId="299"/>
        </pc:sldMkLst>
        <pc:spChg chg="mod">
          <ac:chgData name="thatrakalsubahan17@outlook.com" userId="acd941c7071c7b22" providerId="LiveId" clId="{2045C576-319B-40BB-B274-0175603C22F1}" dt="2026-07-23T03:39:26.331" v="67" actId="2711"/>
          <ac:spMkLst>
            <pc:docMk/>
            <pc:sldMk cId="43634332" sldId="299"/>
            <ac:spMk id="3" creationId="{25F7A6F3-6313-4EC5-193B-6C298636EC8B}"/>
          </ac:spMkLst>
        </pc:spChg>
        <pc:graphicFrameChg chg="add del modGraphic">
          <ac:chgData name="thatrakalsubahan17@outlook.com" userId="acd941c7071c7b22" providerId="LiveId" clId="{2045C576-319B-40BB-B274-0175603C22F1}" dt="2026-07-23T03:43:11.275" v="91" actId="27309"/>
          <ac:graphicFrameMkLst>
            <pc:docMk/>
            <pc:sldMk cId="43634332" sldId="299"/>
            <ac:graphicFrameMk id="9" creationId="{73D2CB1F-7634-892C-11D5-C9E454B6A09E}"/>
          </ac:graphicFrameMkLst>
        </pc:graphicFrameChg>
        <pc:picChg chg="add mod">
          <ac:chgData name="thatrakalsubahan17@outlook.com" userId="acd941c7071c7b22" providerId="LiveId" clId="{2045C576-319B-40BB-B274-0175603C22F1}" dt="2026-07-23T03:31:46.045" v="2" actId="1035"/>
          <ac:picMkLst>
            <pc:docMk/>
            <pc:sldMk cId="43634332" sldId="299"/>
            <ac:picMk id="6" creationId="{25B9A76F-FDF7-94E4-DA50-5C4089842403}"/>
          </ac:picMkLst>
        </pc:picChg>
      </pc:sldChg>
      <pc:sldChg chg="addSp modSp new mod">
        <pc:chgData name="thatrakalsubahan17@outlook.com" userId="acd941c7071c7b22" providerId="LiveId" clId="{2045C576-319B-40BB-B274-0175603C22F1}" dt="2026-07-23T03:45:20.115" v="98" actId="1076"/>
        <pc:sldMkLst>
          <pc:docMk/>
          <pc:sldMk cId="2437508902" sldId="300"/>
        </pc:sldMkLst>
        <pc:spChg chg="mod">
          <ac:chgData name="thatrakalsubahan17@outlook.com" userId="acd941c7071c7b22" providerId="LiveId" clId="{2045C576-319B-40BB-B274-0175603C22F1}" dt="2026-07-23T03:42:04.606" v="83" actId="113"/>
          <ac:spMkLst>
            <pc:docMk/>
            <pc:sldMk cId="2437508902" sldId="300"/>
            <ac:spMk id="2" creationId="{F440E23D-6EC7-65E7-AAEA-4D53C8CF5759}"/>
          </ac:spMkLst>
        </pc:spChg>
        <pc:spChg chg="mod">
          <ac:chgData name="thatrakalsubahan17@outlook.com" userId="acd941c7071c7b22" providerId="LiveId" clId="{2045C576-319B-40BB-B274-0175603C22F1}" dt="2026-07-23T03:45:20.115" v="98" actId="1076"/>
          <ac:spMkLst>
            <pc:docMk/>
            <pc:sldMk cId="2437508902" sldId="300"/>
            <ac:spMk id="3" creationId="{C69ED055-3708-C13D-9A36-CD279F6392A3}"/>
          </ac:spMkLst>
        </pc:spChg>
        <pc:picChg chg="add">
          <ac:chgData name="thatrakalsubahan17@outlook.com" userId="acd941c7071c7b22" providerId="LiveId" clId="{2045C576-319B-40BB-B274-0175603C22F1}" dt="2026-07-23T03:43:03.929" v="87" actId="22"/>
          <ac:picMkLst>
            <pc:docMk/>
            <pc:sldMk cId="2437508902" sldId="300"/>
            <ac:picMk id="5" creationId="{49ED1A81-346C-2948-D3B8-34B50488C77D}"/>
          </ac:picMkLst>
        </pc:picChg>
        <pc:picChg chg="add">
          <ac:chgData name="thatrakalsubahan17@outlook.com" userId="acd941c7071c7b22" providerId="LiveId" clId="{2045C576-319B-40BB-B274-0175603C22F1}" dt="2026-07-23T03:43:19.219" v="92" actId="22"/>
          <ac:picMkLst>
            <pc:docMk/>
            <pc:sldMk cId="2437508902" sldId="300"/>
            <ac:picMk id="7" creationId="{628A44D3-4AC8-DF1A-A39E-2F49BFD224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64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OSI Layers</a:t>
            </a:r>
            <a:br>
              <a:rPr lang="en-IN" sz="2800" b="1" dirty="0"/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83" y="3429000"/>
            <a:ext cx="10515600" cy="36390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CSA0711-Computer Networks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560073" y="4754563"/>
            <a:ext cx="2495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Name of the student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Subahan (192511121)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2" y="317268"/>
            <a:ext cx="5416360" cy="1440639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60" y="246262"/>
            <a:ext cx="5416360" cy="1658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AB920-28FB-36AF-7668-A058EEBDF5D4}"/>
              </a:ext>
            </a:extLst>
          </p:cNvPr>
          <p:cNvSpPr txBox="1"/>
          <p:nvPr/>
        </p:nvSpPr>
        <p:spPr>
          <a:xfrm>
            <a:off x="560073" y="5588133"/>
            <a:ext cx="3368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 Shankar</a:t>
            </a:r>
          </a:p>
        </p:txBody>
      </p:sp>
      <p:pic>
        <p:nvPicPr>
          <p:cNvPr id="4" name="Picture 3" descr="Satellite Network - an overview | ScienceDirect Topics">
            <a:extLst>
              <a:ext uri="{FF2B5EF4-FFF2-40B4-BE49-F238E27FC236}">
                <a16:creationId xmlns:a16="http://schemas.microsoft.com/office/drawing/2014/main" id="{2935F0BC-8F66-9F5B-AE7B-C23B38E2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834" y="3285911"/>
            <a:ext cx="4029834" cy="33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1880" y="335705"/>
            <a:ext cx="8528401" cy="994630"/>
          </a:xfrm>
          <a:prstGeom prst="rect">
            <a:avLst/>
          </a:prstGeom>
        </p:spPr>
        <p:txBody>
          <a:bodyPr vert="horz" wrap="square" lIns="0" tIns="314451" rIns="0" bIns="0" rtlCol="0">
            <a:spAutoFit/>
          </a:bodyPr>
          <a:lstStyle/>
          <a:p>
            <a:pPr marL="2811145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9290" y="109322"/>
            <a:ext cx="1256837" cy="12568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7ACE54-8615-A747-5A3D-8A97560F8838}"/>
              </a:ext>
            </a:extLst>
          </p:cNvPr>
          <p:cNvSpPr txBox="1"/>
          <p:nvPr/>
        </p:nvSpPr>
        <p:spPr>
          <a:xfrm>
            <a:off x="261258" y="1592158"/>
            <a:ext cx="118134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is a wireless communication technology that provides internet access using satellites orbiting the Earth instead of traditional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cables or mobile towers.</a:t>
            </a:r>
          </a:p>
          <a:p>
            <a:pPr lvl="1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Mainly Used in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villages 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Mountains 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Oceans 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Systems Interconnection (OSI)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seven-layer networking framework that explains how data is transmitted across a network. In satellite communication, each OSI layer performs a specific function</a:t>
            </a:r>
          </a:p>
        </p:txBody>
      </p:sp>
    </p:spTree>
    <p:extLst>
      <p:ext uri="{BB962C8B-B14F-4D97-AF65-F5344CB8AC3E}">
        <p14:creationId xmlns:p14="http://schemas.microsoft.com/office/powerpoint/2010/main" val="341004987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9787" y="118749"/>
            <a:ext cx="8827491" cy="933075"/>
          </a:xfrm>
          <a:prstGeom prst="rect">
            <a:avLst/>
          </a:prstGeom>
        </p:spPr>
        <p:txBody>
          <a:bodyPr vert="horz" wrap="square" lIns="0" tIns="3144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3897" y="1803582"/>
            <a:ext cx="9910915" cy="8292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" y="44620"/>
            <a:ext cx="1011120" cy="13309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0BA2F6-2E1F-8420-DB52-E1AB8AE814FF}"/>
              </a:ext>
            </a:extLst>
          </p:cNvPr>
          <p:cNvSpPr txBox="1"/>
          <p:nvPr/>
        </p:nvSpPr>
        <p:spPr>
          <a:xfrm>
            <a:off x="506055" y="1803582"/>
            <a:ext cx="6247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of satellite internet communication can be understood by following how data travels through each of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OSI layers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user's device to the satellite and finally to the internet server.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Layer (Layer 7):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opens a web browser or any internet application (e.g., Chrome, YouTube, Email).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generates a request, such as opening a website.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OSI Model: The Conceptual Architecture of Network Communication | by  Mojammel Haque Bhuiyan | Level Up Coding">
            <a:extLst>
              <a:ext uri="{FF2B5EF4-FFF2-40B4-BE49-F238E27FC236}">
                <a16:creationId xmlns:a16="http://schemas.microsoft.com/office/drawing/2014/main" id="{1A618C21-241E-FFFE-75C1-C6F1FA114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42" t="1540" r="5537" b="5336"/>
          <a:stretch>
            <a:fillRect/>
          </a:stretch>
        </p:blipFill>
        <p:spPr>
          <a:xfrm>
            <a:off x="7382729" y="1652781"/>
            <a:ext cx="4809271" cy="38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3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>
            <a:extLst>
              <a:ext uri="{FF2B5EF4-FFF2-40B4-BE49-F238E27FC236}">
                <a16:creationId xmlns:a16="http://schemas.microsoft.com/office/drawing/2014/main" id="{F0F3D439-43DB-5A6A-E10D-E2BE52670A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03C3038D-3B5E-DC28-D315-C0DEA2555A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09322"/>
            <a:ext cx="1256837" cy="125683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4DFB727-79E3-2531-E1CC-397781B03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20" y="1366158"/>
            <a:ext cx="16274006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Presentation Layer (Layer 6):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prepared for transmission.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formatting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(for security)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(to reduce data size)</a:t>
            </a:r>
          </a:p>
          <a:p>
            <a:pPr marL="971550" lvl="1" indent="-514350">
              <a:buFont typeface="+mj-lt"/>
              <a:buAutoNum type="romanL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Session Layer (Layer 5):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and manages the communication session between the user's device and the server</a:t>
            </a:r>
            <a:r>
              <a:rPr lang="en-IN" dirty="0"/>
              <a:t>.</a:t>
            </a:r>
          </a:p>
          <a:p>
            <a:r>
              <a:rPr lang="en-IN" dirty="0"/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Transport Layer (Layer 4):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data into smaller segments.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recovery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control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72B4CD-F83B-3214-B4B6-3328B62A18AC}"/>
              </a:ext>
            </a:extLst>
          </p:cNvPr>
          <p:cNvSpPr txBox="1"/>
          <p:nvPr/>
        </p:nvSpPr>
        <p:spPr>
          <a:xfrm flipV="1">
            <a:off x="6632284" y="4952905"/>
            <a:ext cx="52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171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DEF26-D649-0D5C-A13E-2C8A9262DA2E}"/>
              </a:ext>
            </a:extLst>
          </p:cNvPr>
          <p:cNvSpPr txBox="1"/>
          <p:nvPr/>
        </p:nvSpPr>
        <p:spPr>
          <a:xfrm>
            <a:off x="549741" y="1595021"/>
            <a:ext cx="993710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Network Layer (Layer 3)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the source and destination IP addresses.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best path for the data to travel.</a:t>
            </a:r>
          </a:p>
          <a:p>
            <a:pPr marL="971550" lvl="1" indent="-514350">
              <a:buFont typeface="+mj-lt"/>
              <a:buAutoNum type="romanL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Link Layer (Layer 2)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packets into frames.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MAC addresses.</a:t>
            </a:r>
          </a:p>
          <a:p>
            <a:pPr marL="971550" lvl="1" indent="-514350">
              <a:buFont typeface="+mj-lt"/>
              <a:buAutoNum type="romanL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Physical Layer (Layer 1)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digital data into radio frequency (RF) signals.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satellite receives, amplifies, and retransmits the signals to the ground station.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ground station forwards the data to the internet.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BCD39BC4-8238-ABD2-C44E-0C93111855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99A4BA56-3F81-B85A-1F95-B0552BC77C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  <p:pic>
        <p:nvPicPr>
          <p:cNvPr id="2" name="Picture 1" descr="Software defined satellite networks: A survey - ScienceDirect">
            <a:extLst>
              <a:ext uri="{FF2B5EF4-FFF2-40B4-BE49-F238E27FC236}">
                <a16:creationId xmlns:a16="http://schemas.microsoft.com/office/drawing/2014/main" id="{71947496-A134-581B-7632-0D423229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650" y="2146206"/>
            <a:ext cx="3147802" cy="269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1C1A-9D92-730C-60C3-F15031FB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AE7B3-DB37-FDB7-3FC9-B2D612065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400" b="1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internet access in remote and rural areas where traditional networks are unavailable.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ensures reliable, organized, and efficient data communication.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network troubleshooting easier by identifying issues at specific OSI layers.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secure, error-free, and standardized communication between different devices and networks.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8969B4C-0214-D038-4C3A-42CE0CD1E0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2284CA9B-8B17-C27D-53F0-87E98DDDFB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7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EE65-744B-3AFB-0F71-2768A589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7A6F3-6313-4EC5-193B-6C298636E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739"/>
            <a:ext cx="6846427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communication and surveillance.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environmental monitoring through satellite data transmission.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internet connectivity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rigs, mining sites, and offshore industries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TV broadcasting, satellite phone services, and global navigation systems (GPS)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598D556-7B8E-C3B7-5BD3-14AD8441D6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74C020CC-DF24-A9E4-C81E-DE8820154D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  <p:pic>
        <p:nvPicPr>
          <p:cNvPr id="6" name="Picture 5" descr="Multi-Layered Satellite Communications Systems for Ultra-High Availability  and Resilience">
            <a:extLst>
              <a:ext uri="{FF2B5EF4-FFF2-40B4-BE49-F238E27FC236}">
                <a16:creationId xmlns:a16="http://schemas.microsoft.com/office/drawing/2014/main" id="{25B9A76F-FDF7-94E4-DA50-5C4089842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962"/>
          <a:stretch>
            <a:fillRect/>
          </a:stretch>
        </p:blipFill>
        <p:spPr>
          <a:xfrm>
            <a:off x="7684627" y="2449705"/>
            <a:ext cx="3669173" cy="258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23D-6EC7-65E7-AAEA-4D53C8CF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D055-3708-C13D-9A36-CD279F639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9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Layers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structured and reliable way to transmit data across satellite networks. It enables seamless internet connectivity even in remote and disaster-affected areas. Overall, it plays a vital role in delivering fast, secure, and dependable global communication.</a:t>
            </a:r>
          </a:p>
          <a:p>
            <a:endParaRPr lang="en-IN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9ED1A81-346C-2948-D3B8-34B50488C7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28A44D3-4AC8-DF1A-A39E-2F49BFD224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0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7424" y="847225"/>
            <a:ext cx="6743699" cy="499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598</TotalTime>
  <Words>503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Satellite Internet Communication Using OSI Layers </vt:lpstr>
      <vt:lpstr>Introduction</vt:lpstr>
      <vt:lpstr>Working </vt:lpstr>
      <vt:lpstr>PowerPoint Presentation</vt:lpstr>
      <vt:lpstr>PowerPoint Presentation</vt:lpstr>
      <vt:lpstr>Advantages</vt:lpstr>
      <vt:lpstr>Applications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Dasha</dc:creator>
  <cp:lastModifiedBy>thatrakalsubahan17@outlook.com</cp:lastModifiedBy>
  <cp:revision>72</cp:revision>
  <dcterms:created xsi:type="dcterms:W3CDTF">2025-12-14T13:10:55Z</dcterms:created>
  <dcterms:modified xsi:type="dcterms:W3CDTF">2026-07-23T05:05:42Z</dcterms:modified>
</cp:coreProperties>
</file>